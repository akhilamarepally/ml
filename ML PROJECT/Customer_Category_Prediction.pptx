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Multi-Class Customer Category Prediction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EA"/>
                </a:solidFill>
              </a:rPr>
              <a:t>Predicting customer category from purchase behavior using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Problem &amp;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Businesses treat all customers alike, missing chances to personalize offers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Goal: classify each customer into one of several categories from behavioral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Enables targeted marketing, retention strategies and better recommendations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Deliverable: a trained multi-class model served through an interactive web app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Input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188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</a:rPr>
              <a:t>Customer age in years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804672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836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Previous Purchases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836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</a:rPr>
              <a:t>Count of past orders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804672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786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Review Rating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786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</a:rPr>
              <a:t>Average rating given (numeric)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804672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Frequency of Purchases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735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</a:rPr>
              <a:t>Categorical: e.g. Weekly, Fortnightly, Monthly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684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Subscription Status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968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</a:rPr>
              <a:t>Categorical: Yes / No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Modeling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76272" y="17373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76272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03904" y="17373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03904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Training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31536" y="17373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31536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59168" y="17373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F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59168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372"/>
                </a:solidFill>
              </a:rPr>
              <a:t>Encode categorical features, scale numeric features, split into train/test sets, then compare classifiers.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Multi-Class Classification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Target has 3+ classes, so models output a probability for every category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Candidate models: Logistic Regression, Decision Tree, Random Forest, Gradient Boosting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Metrics: accuracy, macro precision / recall / F1, confusion matrix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Cross-validation to guard against overfitting; pick best by macro F1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Web App Demo (Streamlit)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6372"/>
                </a:solidFill>
              </a:rPr>
              <a:t>User enters age, purchases, rating, frequency and subscription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6372"/>
                </a:solidFill>
              </a:rPr>
              <a:t>One click on "Predict Customer Category"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6372"/>
                </a:solidFill>
              </a:rPr>
              <a:t>Model returns the predicted category instantly</a:t>
            </a:r>
            <a:endParaRPr lang="en-US" sz="1600" dirty="0"/>
          </a:p>
        </p:txBody>
      </p:sp>
      <p:pic>
        <p:nvPicPr>
          <p:cNvPr id="5" name="Image 0" descr="/mnt/user-data/uploads/1791136441477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1097280"/>
            <a:ext cx="4389120" cy="3447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Conclusion &amp;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Behavioral features can segment customers into actionable categories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The Streamlit app makes the model usable by non-technical teams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Next: add more features (spend, product type), tune hyperparameters, monitor drift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5A6372"/>
                </a:solidFill>
              </a:rPr>
              <a:t>Next: connect predictions to marketing campaigns and measure uplift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2026-10-04T17:54:54Z</dcterms:created>
  <dcterms:modified xsi:type="dcterms:W3CDTF">2026-10-04T17:54:54Z</dcterms:modified>
</cp:coreProperties>
</file>